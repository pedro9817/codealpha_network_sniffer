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7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181A4DB-898B-4643-9D2B-78ECE86A516F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FDDDB9E-7053-4150-B807-7ED1199DBE1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>
                <a:latin typeface="Arial" pitchFamily="34" charset="0"/>
                <a:cs typeface="Arial" pitchFamily="34" charset="0"/>
              </a:rPr>
              <a:t>Phishing Awareness Training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3486612"/>
          </a:xfrm>
        </p:spPr>
        <p:txBody>
          <a:bodyPr>
            <a:normAutofit lnSpcReduction="10000"/>
          </a:bodyPr>
          <a:lstStyle/>
          <a:p>
            <a:r>
              <a:rPr lang="en-GB" sz="2800" dirty="0" smtClean="0"/>
              <a:t>Recognize. Think. Protect</a:t>
            </a:r>
          </a:p>
          <a:p>
            <a:endParaRPr lang="en-GB" sz="2800" dirty="0" smtClean="0"/>
          </a:p>
          <a:p>
            <a:endParaRPr lang="en-GB" sz="2800" dirty="0" smtClean="0"/>
          </a:p>
          <a:p>
            <a:endParaRPr lang="en-GB" sz="2800" dirty="0" smtClean="0"/>
          </a:p>
          <a:p>
            <a:endParaRPr lang="en-GB" sz="2800" dirty="0" smtClean="0"/>
          </a:p>
          <a:p>
            <a:endParaRPr lang="en-GB" sz="2800" dirty="0" smtClean="0"/>
          </a:p>
          <a:p>
            <a:r>
              <a:rPr lang="en-GB" sz="2800" dirty="0" smtClean="0"/>
              <a:t>Prepared by: APIAFI IDAWARI SOLOMON</a:t>
            </a:r>
          </a:p>
          <a:p>
            <a:endParaRPr lang="en-US" sz="2800" dirty="0"/>
          </a:p>
        </p:txBody>
      </p:sp>
      <p:sp>
        <p:nvSpPr>
          <p:cNvPr id="4" name="Oval 3"/>
          <p:cNvSpPr/>
          <p:nvPr/>
        </p:nvSpPr>
        <p:spPr>
          <a:xfrm>
            <a:off x="428596" y="3071810"/>
            <a:ext cx="3143272" cy="2643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What Is Phishing?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Phishing is a cyber attack that uses fake messages, email, websites, or other communication to trick people into revealing sensitive information or performing an unsafe action.</a:t>
            </a:r>
          </a:p>
          <a:p>
            <a:endParaRPr lang="en-GB" dirty="0"/>
          </a:p>
          <a:p>
            <a:pPr>
              <a:buNone/>
            </a:pPr>
            <a:r>
              <a:rPr lang="en-GB" dirty="0" smtClean="0"/>
              <a:t>	Attackers may try to steal:</a:t>
            </a:r>
          </a:p>
          <a:p>
            <a:r>
              <a:rPr lang="en-GB" dirty="0" smtClean="0"/>
              <a:t>Passwords</a:t>
            </a:r>
          </a:p>
          <a:p>
            <a:r>
              <a:rPr lang="en-GB" dirty="0" smtClean="0"/>
              <a:t>Bank or payment information</a:t>
            </a:r>
          </a:p>
          <a:p>
            <a:r>
              <a:rPr lang="en-GB" dirty="0" smtClean="0"/>
              <a:t>Personal information</a:t>
            </a:r>
          </a:p>
          <a:p>
            <a:r>
              <a:rPr lang="en-GB" dirty="0" smtClean="0"/>
              <a:t>Login credentials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 Phishing Attack 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Phishing attacks usually follow a simple pattern: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Create urgency:</a:t>
            </a:r>
            <a:r>
              <a:rPr lang="en-GB" dirty="0" smtClean="0"/>
              <a:t> “Your account will be suspended!”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Impersonate someone trusted: </a:t>
            </a:r>
            <a:r>
              <a:rPr lang="en-GB" dirty="0" smtClean="0"/>
              <a:t>a bank, company, colleague, or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Send a malicious link or attachment: </a:t>
            </a:r>
            <a:r>
              <a:rPr lang="en-GB" dirty="0" smtClean="0"/>
              <a:t>designed to steal information or deliver  malware.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Trick the victim into acting: </a:t>
            </a:r>
            <a:r>
              <a:rPr lang="en-GB" dirty="0" smtClean="0"/>
              <a:t>clicking, logging in, downloading, or sending information.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 to spot a Phishing Email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	Look for these warning signs: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Unexpected or suspicious sender address</a:t>
            </a:r>
          </a:p>
          <a:p>
            <a:r>
              <a:rPr lang="en-GB" dirty="0" smtClean="0"/>
              <a:t>Urgent threats or unusual requests</a:t>
            </a:r>
          </a:p>
          <a:p>
            <a:r>
              <a:rPr lang="en-GB" dirty="0" smtClean="0"/>
              <a:t>Spelling or grammar mistakes</a:t>
            </a:r>
          </a:p>
          <a:p>
            <a:r>
              <a:rPr lang="en-GB" dirty="0" smtClean="0"/>
              <a:t>Suspicious links or attachments</a:t>
            </a:r>
          </a:p>
          <a:p>
            <a:r>
              <a:rPr lang="en-GB" dirty="0" smtClean="0"/>
              <a:t>Requests for passwords, PINs, or payment details</a:t>
            </a:r>
          </a:p>
          <a:p>
            <a:r>
              <a:rPr lang="en-GB" dirty="0" smtClean="0"/>
              <a:t>Messages that seem too good to be true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Fake Websites &amp; Suspicious Links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	Before clicking a link, check: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The website address(URL) for unusual spelling or extra characters.</a:t>
            </a:r>
          </a:p>
          <a:p>
            <a:r>
              <a:rPr lang="en-GB" dirty="0" smtClean="0"/>
              <a:t>Whether the link uses HTTPS - but remember, HTTPS alone does </a:t>
            </a:r>
            <a:r>
              <a:rPr lang="en-GB" b="1" dirty="0" smtClean="0"/>
              <a:t>not</a:t>
            </a:r>
            <a:r>
              <a:rPr lang="en-GB" dirty="0" smtClean="0"/>
              <a:t> guarantee a website is legitimate.</a:t>
            </a:r>
          </a:p>
          <a:p>
            <a:r>
              <a:rPr lang="en-GB" dirty="0" smtClean="0"/>
              <a:t>Whether the website is asking for sensitive information unexpectedly. </a:t>
            </a:r>
          </a:p>
          <a:p>
            <a:r>
              <a:rPr lang="en-GB" dirty="0" smtClean="0"/>
              <a:t>Avoid clicking links from unknown or unexpected messages. Instead, visit the official website directly.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Social Engineering Tactics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dirty="0" smtClean="0"/>
              <a:t>	Social engineering manipulates people instead of attacking  technology directly. Common tactics includes: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Impersonation:</a:t>
            </a:r>
            <a:r>
              <a:rPr lang="en-GB" dirty="0" smtClean="0"/>
              <a:t>  Pretending to be a trusted person or organization.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Urgency:</a:t>
            </a:r>
            <a:r>
              <a:rPr lang="en-GB" dirty="0" smtClean="0"/>
              <a:t>  Creating pressure so you act without thinking.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Baiting:</a:t>
            </a:r>
            <a:r>
              <a:rPr lang="en-GB" dirty="0" smtClean="0"/>
              <a:t>  Offering something attractive to make you click or download.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Trust exploitation:</a:t>
            </a:r>
            <a:r>
              <a:rPr lang="en-GB" dirty="0" smtClean="0"/>
              <a:t>  using familiarity or authority to gain cooperation.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Pretexting:</a:t>
            </a:r>
            <a:r>
              <a:rPr lang="en-GB" dirty="0" smtClean="0"/>
              <a:t>  Creating a believable story to obtain sensitive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GB" b="1" dirty="0" smtClean="0"/>
              <a:t>Real-World Phishing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000" b="1" dirty="0" smtClean="0"/>
              <a:t>Example: Fake Bank Alert</a:t>
            </a:r>
          </a:p>
          <a:p>
            <a:pPr>
              <a:buNone/>
            </a:pPr>
            <a:endParaRPr lang="en-GB" sz="2000" dirty="0" smtClean="0"/>
          </a:p>
          <a:p>
            <a:pPr>
              <a:buNone/>
            </a:pPr>
            <a:r>
              <a:rPr lang="en-GB" sz="2000" dirty="0" smtClean="0"/>
              <a:t>A victim receives an email claiming:</a:t>
            </a:r>
          </a:p>
          <a:p>
            <a:pPr>
              <a:buNone/>
            </a:pPr>
            <a:r>
              <a:rPr lang="en-GB" sz="2000" dirty="0" smtClean="0">
                <a:latin typeface="Rockwell Nova" pitchFamily="18" charset="0"/>
              </a:rPr>
              <a:t>“Your bank account has been flagged. Verify your account</a:t>
            </a:r>
          </a:p>
          <a:p>
            <a:pPr>
              <a:buNone/>
            </a:pPr>
            <a:r>
              <a:rPr lang="en-GB" sz="2000" dirty="0">
                <a:latin typeface="Rockwell Nova" pitchFamily="18" charset="0"/>
              </a:rPr>
              <a:t> </a:t>
            </a:r>
            <a:r>
              <a:rPr lang="en-GB" sz="2000" dirty="0" smtClean="0">
                <a:latin typeface="Rockwell Nova" pitchFamily="18" charset="0"/>
              </a:rPr>
              <a:t>immediately to avoid suspension.”</a:t>
            </a:r>
          </a:p>
          <a:p>
            <a:pPr>
              <a:buNone/>
            </a:pPr>
            <a:endParaRPr lang="en-GB" sz="2000" dirty="0" smtClean="0"/>
          </a:p>
          <a:p>
            <a:pPr>
              <a:buNone/>
            </a:pPr>
            <a:r>
              <a:rPr lang="en-GB" sz="2000" dirty="0" smtClean="0"/>
              <a:t>The email contains a link to a fake banking website that looks legitimate.</a:t>
            </a:r>
          </a:p>
          <a:p>
            <a:pPr>
              <a:buNone/>
            </a:pPr>
            <a:r>
              <a:rPr lang="en-GB" sz="2000" dirty="0" smtClean="0"/>
              <a:t>If the victim enters their username, password, or card details, the attacker</a:t>
            </a:r>
          </a:p>
          <a:p>
            <a:pPr>
              <a:buNone/>
            </a:pPr>
            <a:r>
              <a:rPr lang="en-GB" sz="2000" dirty="0" smtClean="0"/>
              <a:t>Can steal them.</a:t>
            </a:r>
          </a:p>
          <a:p>
            <a:pPr>
              <a:buNone/>
            </a:pPr>
            <a:endParaRPr lang="en-GB" sz="2000" dirty="0" smtClean="0"/>
          </a:p>
          <a:p>
            <a:pPr>
              <a:buNone/>
            </a:pPr>
            <a:r>
              <a:rPr lang="en-GB" sz="2000" b="1" dirty="0" smtClean="0"/>
              <a:t>Red Flags:</a:t>
            </a:r>
          </a:p>
          <a:p>
            <a:r>
              <a:rPr lang="en-GB" sz="2000" dirty="0" smtClean="0"/>
              <a:t>Unexpected account warning</a:t>
            </a:r>
          </a:p>
          <a:p>
            <a:r>
              <a:rPr lang="en-GB" sz="2000" dirty="0" smtClean="0"/>
              <a:t>Urgent language</a:t>
            </a:r>
          </a:p>
          <a:p>
            <a:r>
              <a:rPr lang="en-GB" sz="2000" dirty="0" smtClean="0"/>
              <a:t>Suspicious link</a:t>
            </a:r>
          </a:p>
          <a:p>
            <a:r>
              <a:rPr lang="en-GB" sz="2000" dirty="0" smtClean="0"/>
              <a:t>Request for sensitive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 to Protect Yourself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GB" dirty="0"/>
              <a:t>	</a:t>
            </a:r>
            <a:r>
              <a:rPr lang="en-GB" b="1" dirty="0" smtClean="0"/>
              <a:t>Best Practices:</a:t>
            </a:r>
          </a:p>
          <a:p>
            <a:pPr>
              <a:buNone/>
            </a:pPr>
            <a:endParaRPr lang="en-GB" b="1" dirty="0" smtClean="0"/>
          </a:p>
          <a:p>
            <a:r>
              <a:rPr lang="en-GB" dirty="0" smtClean="0"/>
              <a:t>Use strong, unique passwords.</a:t>
            </a:r>
          </a:p>
          <a:p>
            <a:r>
              <a:rPr lang="en-GB" dirty="0" smtClean="0"/>
              <a:t>Enable multi-factor authentication (MFA).</a:t>
            </a:r>
          </a:p>
          <a:p>
            <a:r>
              <a:rPr lang="en-GB" dirty="0" smtClean="0"/>
              <a:t>Verify unexpected messages through a trusted channel.</a:t>
            </a:r>
          </a:p>
          <a:p>
            <a:r>
              <a:rPr lang="en-GB" dirty="0" smtClean="0"/>
              <a:t>Hover over links before clicking them.</a:t>
            </a:r>
          </a:p>
          <a:p>
            <a:r>
              <a:rPr lang="en-GB" dirty="0" smtClean="0"/>
              <a:t>Don’t open unexpected attachments.</a:t>
            </a:r>
          </a:p>
          <a:p>
            <a:r>
              <a:rPr lang="en-GB" dirty="0" smtClean="0"/>
              <a:t>Report suspicious emails or messages.</a:t>
            </a:r>
          </a:p>
          <a:p>
            <a:r>
              <a:rPr lang="en-GB" dirty="0" smtClean="0"/>
              <a:t>Keep your operating system and security software updated.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en-GB" b="1" dirty="0" smtClean="0"/>
              <a:t>Phishing Awareness Quiz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071546"/>
            <a:ext cx="822960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1400" b="1" dirty="0" smtClean="0"/>
              <a:t>Question 1: You receive an email saying your Account will be closed in 24 hours unless you click a</a:t>
            </a:r>
          </a:p>
          <a:p>
            <a:pPr>
              <a:buNone/>
            </a:pPr>
            <a:r>
              <a:rPr lang="en-GB" sz="1400" b="1" dirty="0" smtClean="0"/>
              <a:t>link. What should you do?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Click the link immediately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Verify the message through the official website or a trusted contact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Reply with your password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Forward it to everyone you know.</a:t>
            </a:r>
            <a:endParaRPr lang="en-GB" sz="1400" dirty="0"/>
          </a:p>
          <a:p>
            <a:pPr marL="514350" indent="-514350">
              <a:buNone/>
            </a:pPr>
            <a:endParaRPr lang="en-GB" sz="1400" dirty="0" smtClean="0"/>
          </a:p>
          <a:p>
            <a:pPr marL="514350" indent="-514350">
              <a:buNone/>
            </a:pPr>
            <a:r>
              <a:rPr lang="en-GB" sz="1400" b="1" dirty="0" smtClean="0"/>
              <a:t>Question 2: Which of these is the strongest sign that a</a:t>
            </a:r>
          </a:p>
          <a:p>
            <a:pPr marL="514350" indent="-514350">
              <a:buNone/>
            </a:pPr>
            <a:r>
              <a:rPr lang="en-GB" sz="1400" b="1" dirty="0" smtClean="0"/>
              <a:t>website may be fake?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It uses HTTPS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It has a professional looking logo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The website loads quickly.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The URL has a unusual spelling or extra characters</a:t>
            </a:r>
            <a:endParaRPr lang="en-GB" sz="1400" dirty="0"/>
          </a:p>
          <a:p>
            <a:pPr marL="514350" indent="-514350">
              <a:buNone/>
            </a:pPr>
            <a:r>
              <a:rPr lang="en-GB" sz="1400" dirty="0" smtClean="0"/>
              <a:t> </a:t>
            </a:r>
          </a:p>
          <a:p>
            <a:pPr marL="514350" indent="-514350">
              <a:buNone/>
            </a:pPr>
            <a:r>
              <a:rPr lang="en-GB" sz="1400" b="1" dirty="0" smtClean="0"/>
              <a:t>Question 3: You receive a message asking you to urgently send a verification code. What should</a:t>
            </a:r>
          </a:p>
          <a:p>
            <a:pPr marL="514350" indent="-514350">
              <a:buNone/>
            </a:pPr>
            <a:r>
              <a:rPr lang="en-GB" sz="1400" b="1" dirty="0" smtClean="0"/>
              <a:t>you do?</a:t>
            </a:r>
            <a:endParaRPr lang="en-US" sz="1400" b="1" dirty="0" smtClean="0"/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Send the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Ignore the request and verify through an official channel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Ask the sender why they need it, then send it</a:t>
            </a:r>
          </a:p>
          <a:p>
            <a:pPr marL="514350" indent="-514350">
              <a:buFont typeface="+mj-lt"/>
              <a:buAutoNum type="alphaUcPeriod"/>
            </a:pPr>
            <a:r>
              <a:rPr lang="en-GB" sz="1400" dirty="0" smtClean="0"/>
              <a:t>Post the code in the group chat so others can check it.</a:t>
            </a:r>
          </a:p>
          <a:p>
            <a:pPr marL="514350" indent="-514350">
              <a:buNone/>
            </a:pPr>
            <a:endParaRPr lang="en-GB" sz="1400" dirty="0" smtClean="0"/>
          </a:p>
          <a:p>
            <a:pPr marL="514350" indent="-514350">
              <a:buFont typeface="+mj-lt"/>
              <a:buAutoNum type="alphaUcPeriod"/>
            </a:pPr>
            <a:endParaRPr lang="en-GB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Awareness Quiz – Continued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None/>
            </a:pPr>
            <a:r>
              <a:rPr lang="en-GB" b="1" dirty="0" smtClean="0"/>
              <a:t>Question 4: Which action can help protect your account from unauthorized access?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Using the same password everywhere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Sharing your password with a trusted friend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Enabling multi-factor authentication (MFA)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Turning off security notification.</a:t>
            </a:r>
          </a:p>
          <a:p>
            <a:pPr marL="514350" indent="-514350">
              <a:buNone/>
            </a:pPr>
            <a:endParaRPr lang="en-GB" dirty="0" smtClean="0"/>
          </a:p>
          <a:p>
            <a:pPr marL="514350" indent="-514350">
              <a:buNone/>
            </a:pPr>
            <a:r>
              <a:rPr lang="en-GB" b="1" dirty="0" smtClean="0"/>
              <a:t>Question 5: You notice a USB drive that you don’t</a:t>
            </a:r>
            <a:endParaRPr lang="en-GB" b="1" dirty="0"/>
          </a:p>
          <a:p>
            <a:pPr marL="514350" indent="-514350">
              <a:buNone/>
            </a:pPr>
            <a:r>
              <a:rPr lang="en-GB" b="1" dirty="0" smtClean="0"/>
              <a:t>Recognize in the office. What should you do?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Report to the appropriate IT/security personnel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Plug it into the your computer to see what’s inside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Give it to a colleague to test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 smtClean="0"/>
              <a:t>Take it home  and check it on your personal computer.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Quiz Answers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B - Verify the message through the official website or a trusted contact.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 - The URL has unusual spelling or extra characters.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B - Ignore the request and verify through an official channel.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 - Enabling multi-factor authentication (MFA).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- Report it to the appropriate IT/security personnel.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Key Takeaways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dirty="0" smtClean="0"/>
          </a:p>
          <a:p>
            <a:r>
              <a:rPr lang="en-GB" b="1" dirty="0" smtClean="0"/>
              <a:t>Think before you click </a:t>
            </a:r>
            <a:r>
              <a:rPr lang="en-GB" dirty="0" smtClean="0"/>
              <a:t>– don’t rush into links or attachments.</a:t>
            </a:r>
          </a:p>
          <a:p>
            <a:endParaRPr lang="en-GB" b="1" dirty="0" smtClean="0"/>
          </a:p>
          <a:p>
            <a:r>
              <a:rPr lang="en-GB" b="1" dirty="0" smtClean="0"/>
              <a:t>Verify suspicious messages </a:t>
            </a:r>
            <a:r>
              <a:rPr lang="en-GB" dirty="0" smtClean="0"/>
              <a:t>through official channels.</a:t>
            </a:r>
          </a:p>
          <a:p>
            <a:endParaRPr lang="en-GB" b="1" dirty="0" smtClean="0"/>
          </a:p>
          <a:p>
            <a:r>
              <a:rPr lang="en-GB" b="1" dirty="0" smtClean="0"/>
              <a:t>Protect your passwords and ve3rification codes </a:t>
            </a:r>
            <a:r>
              <a:rPr lang="en-GB" dirty="0" smtClean="0"/>
              <a:t>– never share them.</a:t>
            </a:r>
          </a:p>
          <a:p>
            <a:endParaRPr lang="en-GB" b="1" dirty="0" smtClean="0"/>
          </a:p>
          <a:p>
            <a:r>
              <a:rPr lang="en-GB" b="1" dirty="0" smtClean="0"/>
              <a:t>Use MFA</a:t>
            </a:r>
            <a:r>
              <a:rPr lang="en-GB" dirty="0" smtClean="0"/>
              <a:t> whenever it’s available.</a:t>
            </a:r>
          </a:p>
          <a:p>
            <a:endParaRPr lang="en-GB" b="1" dirty="0" smtClean="0"/>
          </a:p>
          <a:p>
            <a:r>
              <a:rPr lang="en-GB" b="1" dirty="0" smtClean="0"/>
              <a:t>Report suspicious activity </a:t>
            </a:r>
            <a:r>
              <a:rPr lang="en-GB" dirty="0" smtClean="0"/>
              <a:t>to your IT/security team.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 smtClean="0"/>
              <a:t>THANK YOU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GB" dirty="0"/>
              <a:t>	</a:t>
            </a:r>
            <a:r>
              <a:rPr lang="en-GB" dirty="0" smtClean="0"/>
              <a:t>			</a:t>
            </a:r>
            <a:endParaRPr lang="en-GB" b="1" dirty="0" smtClean="0"/>
          </a:p>
          <a:p>
            <a:pPr lvl="1">
              <a:buNone/>
            </a:pPr>
            <a:endParaRPr lang="en-GB" b="1" dirty="0"/>
          </a:p>
          <a:p>
            <a:pPr lvl="1" algn="just">
              <a:buNone/>
            </a:pPr>
            <a:r>
              <a:rPr lang="en-GB" b="1" dirty="0" smtClean="0"/>
              <a:t>			    Stay ALERT. Stay SECURE</a:t>
            </a:r>
            <a:r>
              <a:rPr lang="en-GB" dirty="0" smtClean="0"/>
              <a:t>. </a:t>
            </a:r>
          </a:p>
          <a:p>
            <a:pPr lvl="1" algn="just">
              <a:buNone/>
            </a:pPr>
            <a:endParaRPr lang="en-GB" dirty="0"/>
          </a:p>
          <a:p>
            <a:pPr lvl="1" algn="just">
              <a:buNone/>
            </a:pPr>
            <a:endParaRPr lang="en-GB" dirty="0" smtClean="0"/>
          </a:p>
          <a:p>
            <a:pPr lvl="1" algn="just">
              <a:buNone/>
            </a:pPr>
            <a:r>
              <a:rPr lang="en-GB" dirty="0"/>
              <a:t>	</a:t>
            </a:r>
            <a:r>
              <a:rPr lang="en-GB" dirty="0" smtClean="0"/>
              <a:t>			    </a:t>
            </a:r>
            <a:r>
              <a:rPr lang="en-GB" b="1" dirty="0" smtClean="0"/>
              <a:t>Questions?</a:t>
            </a: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211</TotalTime>
  <Words>569</Words>
  <Application>Microsoft Office PowerPoint</Application>
  <PresentationFormat>On-screen Show (4:3)</PresentationFormat>
  <Paragraphs>131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Phishing Awareness Training</vt:lpstr>
      <vt:lpstr>What Is Phishing?</vt:lpstr>
      <vt:lpstr>How Phishing Attack Work</vt:lpstr>
      <vt:lpstr>How to spot a Phishing Email</vt:lpstr>
      <vt:lpstr>Fake Websites &amp; Suspicious Links</vt:lpstr>
      <vt:lpstr>Social Engineering Tactics </vt:lpstr>
      <vt:lpstr>Real-World Phishing Example</vt:lpstr>
      <vt:lpstr>How to Protect Yourself</vt:lpstr>
      <vt:lpstr>Phishing Awareness Quiz</vt:lpstr>
      <vt:lpstr>Awareness Quiz – Continued </vt:lpstr>
      <vt:lpstr>Quiz Answers</vt:lpstr>
      <vt:lpstr>Key Takeaways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Administrator</cp:lastModifiedBy>
  <cp:revision>22</cp:revision>
  <dcterms:created xsi:type="dcterms:W3CDTF">2026-08-13T14:42:28Z</dcterms:created>
  <dcterms:modified xsi:type="dcterms:W3CDTF">2026-08-14T12:15:21Z</dcterms:modified>
</cp:coreProperties>
</file>